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 Harbor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Portfolio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Challenge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Pillars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Streams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Streams Demo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Signals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Logs Pitch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Foundation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 Launch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Are Metrics?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Metrics × 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→ 3.75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Platform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Kubernetes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 English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Their Agent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Elastic nightshift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NS · Investigates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NS · Context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NS · Unknowns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NS · Anywhere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jj/hcgvbc5x61l5w4prskrrx4z40000gn/T/fs-pptx-EuHlKd/slide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jj/hcgvbc5x61l5w4prskrrx4z40000gn/T/fs-pptx-EuHlKd/slide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jj/hcgvbc5x61l5w4prskrrx4z40000gn/T/fs-pptx-EuHlKd/slide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jj/hcgvbc5x61l5w4prskrrx4z40000gn/T/fs-pptx-EuHlKd/slide-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jj/hcgvbc5x61l5w4prskrrx4z40000gn/T/fs-pptx-EuHlKd/slide-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jj/hcgvbc5x61l5w4prskrrx4z40000gn/T/fs-pptx-EuHlKd/slide-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jj/hcgvbc5x61l5w4prskrrx4z40000gn/T/fs-pptx-EuHlKd/slide-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jj/hcgvbc5x61l5w4prskrrx4z40000gn/T/fs-pptx-EuHlKd/slide-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jj/hcgvbc5x61l5w4prskrrx4z40000gn/T/fs-pptx-EuHlKd/slide-0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jj/hcgvbc5x61l5w4prskrrx4z40000gn/T/fs-pptx-EuHlKd/slide-0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jj/hcgvbc5x61l5w4prskrrx4z40000gn/T/fs-pptx-EuHlKd/slide-0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jj/hcgvbc5x61l5w4prskrrx4z40000gn/T/fs-pptx-EuHlKd/slide-0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jj/hcgvbc5x61l5w4prskrrx4z40000gn/T/fs-pptx-EuHlKd/slide-0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jj/hcgvbc5x61l5w4prskrrx4z40000gn/T/fs-pptx-EuHlKd/slide-0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jj/hcgvbc5x61l5w4prskrrx4z40000gn/T/fs-pptx-EuHlKd/slide-0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jj/hcgvbc5x61l5w4prskrrx4z40000gn/T/fs-pptx-EuHlKd/slide-0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jj/hcgvbc5x61l5w4prskrrx4z40000gn/T/fs-pptx-EuHlKd/slide-0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jj/hcgvbc5x61l5w4prskrrx4z40000gn/T/fs-pptx-EuHlKd/slide-0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jj/hcgvbc5x61l5w4prskrrx4z40000gn/T/fs-pptx-EuHlKd/slide-0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jj/hcgvbc5x61l5w4prskrrx4z40000gn/T/fs-pptx-EuHlKd/slide-0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jj/hcgvbc5x61l5w4prskrrx4z40000gn/T/fs-pptx-EuHlKd/slide-0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jj/hcgvbc5x61l5w4prskrrx4z40000gn/T/fs-pptx-EuHlKd/slide-0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jj/hcgvbc5x61l5w4prskrrx4z40000gn/T/fs-pptx-EuHlKd/slide-0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jj/hcgvbc5x61l5w4prskrrx4z40000gn/T/fs-pptx-EuHlKd/slide-0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jj/hcgvbc5x61l5w4prskrrx4z40000gn/T/fs-pptx-EuHlKd/slide-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jj/hcgvbc5x61l5w4prskrrx4z40000gn/T/fs-pptx-EuHlKd/slide-0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Elastic Observability</dc:title>
  <dc:subject>PptxGenJS Presentation</dc:subject>
  <dc:creator>PptxGenJS</dc:creator>
  <cp:lastModifiedBy>PptxGenJS</cp:lastModifiedBy>
  <cp:revision>1</cp:revision>
  <dcterms:created xsi:type="dcterms:W3CDTF">2026-09-29T09:23:59Z</dcterms:created>
  <dcterms:modified xsi:type="dcterms:W3CDTF">2026-09-29T09:23:59Z</dcterms:modified>
</cp:coreProperties>
</file>